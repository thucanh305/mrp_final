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6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3"/>
  </p:normalViewPr>
  <p:slideViewPr>
    <p:cSldViewPr snapToGrid="0" snapToObjects="1">
      <p:cViewPr varScale="1">
        <p:scale>
          <a:sx n="113" d="100"/>
          <a:sy n="113" d="100"/>
        </p:scale>
        <p:origin x="18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3C5CB9-2B57-412B-B7CF-DB0E4E271C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74D4EC-3DA1-40E5-A9F9-90A0596D8B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Problem: Pneumonia detection from X-rays requires medical review which takes time, based on my experience</a:t>
          </a:r>
        </a:p>
      </dgm:t>
    </dgm:pt>
    <dgm:pt modelId="{3A3610CB-BB7C-49B2-A260-53B9908A97BF}" type="parTrans" cxnId="{29C4BDD6-A78E-4F2D-8FEF-238A75B2DBE8}">
      <dgm:prSet/>
      <dgm:spPr/>
      <dgm:t>
        <a:bodyPr/>
        <a:lstStyle/>
        <a:p>
          <a:endParaRPr lang="en-US"/>
        </a:p>
      </dgm:t>
    </dgm:pt>
    <dgm:pt modelId="{5A4132D2-CC39-4631-BBA4-399C392EEB5C}" type="sibTrans" cxnId="{29C4BDD6-A78E-4F2D-8FEF-238A75B2DBE8}">
      <dgm:prSet/>
      <dgm:spPr/>
      <dgm:t>
        <a:bodyPr/>
        <a:lstStyle/>
        <a:p>
          <a:endParaRPr lang="en-US"/>
        </a:p>
      </dgm:t>
    </dgm:pt>
    <dgm:pt modelId="{20F7475A-D957-48BA-80A5-F37321C51E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 can support faster screening, save time and resources</a:t>
          </a:r>
        </a:p>
      </dgm:t>
    </dgm:pt>
    <dgm:pt modelId="{9BE90FC8-B4DD-4C8B-B49C-7EA4368D18C3}" type="parTrans" cxnId="{517947F4-D532-4384-A816-560008F30C14}">
      <dgm:prSet/>
      <dgm:spPr/>
      <dgm:t>
        <a:bodyPr/>
        <a:lstStyle/>
        <a:p>
          <a:endParaRPr lang="en-US"/>
        </a:p>
      </dgm:t>
    </dgm:pt>
    <dgm:pt modelId="{A63C7D7C-9F3D-4E08-8B6B-F23106F2CD17}" type="sibTrans" cxnId="{517947F4-D532-4384-A816-560008F30C14}">
      <dgm:prSet/>
      <dgm:spPr/>
      <dgm:t>
        <a:bodyPr/>
        <a:lstStyle/>
        <a:p>
          <a:endParaRPr lang="en-US"/>
        </a:p>
      </dgm:t>
    </dgm:pt>
    <dgm:pt modelId="{97C85CCE-9465-4036-8F45-1A6F17AE7D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Project Goal: Use CNN to classify X-ray images</a:t>
          </a:r>
        </a:p>
      </dgm:t>
    </dgm:pt>
    <dgm:pt modelId="{C28CF859-CA5C-41B7-8480-355079174638}" type="parTrans" cxnId="{D368B8F2-324C-4975-B493-6F9FC79A96B9}">
      <dgm:prSet/>
      <dgm:spPr/>
      <dgm:t>
        <a:bodyPr/>
        <a:lstStyle/>
        <a:p>
          <a:endParaRPr lang="en-US"/>
        </a:p>
      </dgm:t>
    </dgm:pt>
    <dgm:pt modelId="{ED05B82D-BF0D-4C61-997F-3810D8898D55}" type="sibTrans" cxnId="{D368B8F2-324C-4975-B493-6F9FC79A96B9}">
      <dgm:prSet/>
      <dgm:spPr/>
      <dgm:t>
        <a:bodyPr/>
        <a:lstStyle/>
        <a:p>
          <a:endParaRPr lang="en-US"/>
        </a:p>
      </dgm:t>
    </dgm:pt>
    <dgm:pt modelId="{28A73451-ED11-4B4D-AB20-0CE70FC7B9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Output: NORMAL or PNEUMONIA</a:t>
          </a:r>
        </a:p>
      </dgm:t>
    </dgm:pt>
    <dgm:pt modelId="{466416BD-160F-4BFA-9C41-53ECE5571DB8}" type="parTrans" cxnId="{BC4DBB90-4259-4FD1-AC0B-BC3989EEB5D3}">
      <dgm:prSet/>
      <dgm:spPr/>
      <dgm:t>
        <a:bodyPr/>
        <a:lstStyle/>
        <a:p>
          <a:endParaRPr lang="en-US"/>
        </a:p>
      </dgm:t>
    </dgm:pt>
    <dgm:pt modelId="{7993A424-73B2-4891-9BA9-CC03CFCDE847}" type="sibTrans" cxnId="{BC4DBB90-4259-4FD1-AC0B-BC3989EEB5D3}">
      <dgm:prSet/>
      <dgm:spPr/>
      <dgm:t>
        <a:bodyPr/>
        <a:lstStyle/>
        <a:p>
          <a:endParaRPr lang="en-US"/>
        </a:p>
      </dgm:t>
    </dgm:pt>
    <dgm:pt modelId="{83CD0331-D24E-4965-99FE-B56E15152A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Result: 78.82% accuracy</a:t>
          </a:r>
        </a:p>
      </dgm:t>
    </dgm:pt>
    <dgm:pt modelId="{B4D8A151-E59F-4B37-AEE5-78CCBC6D05FE}" type="parTrans" cxnId="{DDB35B55-1F83-41D5-99B0-B7EDB1BA90B1}">
      <dgm:prSet/>
      <dgm:spPr/>
      <dgm:t>
        <a:bodyPr/>
        <a:lstStyle/>
        <a:p>
          <a:endParaRPr lang="en-US"/>
        </a:p>
      </dgm:t>
    </dgm:pt>
    <dgm:pt modelId="{1DA18244-8251-4D98-8FD4-6F52E2BE6422}" type="sibTrans" cxnId="{DDB35B55-1F83-41D5-99B0-B7EDB1BA90B1}">
      <dgm:prSet/>
      <dgm:spPr/>
      <dgm:t>
        <a:bodyPr/>
        <a:lstStyle/>
        <a:p>
          <a:endParaRPr lang="en-US"/>
        </a:p>
      </dgm:t>
    </dgm:pt>
    <dgm:pt modelId="{0C5175B1-CF9A-45B1-8A34-A4C291293475}" type="pres">
      <dgm:prSet presAssocID="{FE3C5CB9-2B57-412B-B7CF-DB0E4E271C76}" presName="root" presStyleCnt="0">
        <dgm:presLayoutVars>
          <dgm:dir/>
          <dgm:resizeHandles val="exact"/>
        </dgm:presLayoutVars>
      </dgm:prSet>
      <dgm:spPr/>
    </dgm:pt>
    <dgm:pt modelId="{C0AD5567-489E-4FE7-9FCB-E68933FCE598}" type="pres">
      <dgm:prSet presAssocID="{0574D4EC-3DA1-40E5-A9F9-90A0596D8B76}" presName="compNode" presStyleCnt="0"/>
      <dgm:spPr/>
    </dgm:pt>
    <dgm:pt modelId="{C8D5EC7F-F7D8-41A5-82AD-E39C5CB845A8}" type="pres">
      <dgm:prSet presAssocID="{0574D4EC-3DA1-40E5-A9F9-90A0596D8B76}" presName="bgRect" presStyleLbl="bgShp" presStyleIdx="0" presStyleCnt="5"/>
      <dgm:spPr/>
    </dgm:pt>
    <dgm:pt modelId="{544FC0CE-BA40-4012-835A-AF7DC574944B}" type="pres">
      <dgm:prSet presAssocID="{0574D4EC-3DA1-40E5-A9F9-90A0596D8B7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5BE5E1AF-F169-4965-8CB3-967B627A0A25}" type="pres">
      <dgm:prSet presAssocID="{0574D4EC-3DA1-40E5-A9F9-90A0596D8B76}" presName="spaceRect" presStyleCnt="0"/>
      <dgm:spPr/>
    </dgm:pt>
    <dgm:pt modelId="{2A01CA19-7D79-4FAE-867C-636B31CB2FB2}" type="pres">
      <dgm:prSet presAssocID="{0574D4EC-3DA1-40E5-A9F9-90A0596D8B76}" presName="parTx" presStyleLbl="revTx" presStyleIdx="0" presStyleCnt="5">
        <dgm:presLayoutVars>
          <dgm:chMax val="0"/>
          <dgm:chPref val="0"/>
        </dgm:presLayoutVars>
      </dgm:prSet>
      <dgm:spPr/>
    </dgm:pt>
    <dgm:pt modelId="{6313D384-E25E-4A2F-B00D-0DF445160078}" type="pres">
      <dgm:prSet presAssocID="{5A4132D2-CC39-4631-BBA4-399C392EEB5C}" presName="sibTrans" presStyleCnt="0"/>
      <dgm:spPr/>
    </dgm:pt>
    <dgm:pt modelId="{DCF8C4D2-F756-458E-9C52-03200D373425}" type="pres">
      <dgm:prSet presAssocID="{20F7475A-D957-48BA-80A5-F37321C51E5F}" presName="compNode" presStyleCnt="0"/>
      <dgm:spPr/>
    </dgm:pt>
    <dgm:pt modelId="{ECFB9CA0-54D5-4B60-BDD8-A1C5CA754B02}" type="pres">
      <dgm:prSet presAssocID="{20F7475A-D957-48BA-80A5-F37321C51E5F}" presName="bgRect" presStyleLbl="bgShp" presStyleIdx="1" presStyleCnt="5"/>
      <dgm:spPr/>
    </dgm:pt>
    <dgm:pt modelId="{132D60A8-20FD-426C-BA9F-23799907BE47}" type="pres">
      <dgm:prSet presAssocID="{20F7475A-D957-48BA-80A5-F37321C51E5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1453E46-EE5F-4AC8-9DE7-E35373CA41D2}" type="pres">
      <dgm:prSet presAssocID="{20F7475A-D957-48BA-80A5-F37321C51E5F}" presName="spaceRect" presStyleCnt="0"/>
      <dgm:spPr/>
    </dgm:pt>
    <dgm:pt modelId="{B62A59AD-F4F4-4585-8AC6-DB86C47CC9D3}" type="pres">
      <dgm:prSet presAssocID="{20F7475A-D957-48BA-80A5-F37321C51E5F}" presName="parTx" presStyleLbl="revTx" presStyleIdx="1" presStyleCnt="5">
        <dgm:presLayoutVars>
          <dgm:chMax val="0"/>
          <dgm:chPref val="0"/>
        </dgm:presLayoutVars>
      </dgm:prSet>
      <dgm:spPr/>
    </dgm:pt>
    <dgm:pt modelId="{AEB67C30-00A8-43BA-B230-9FDC73781B7E}" type="pres">
      <dgm:prSet presAssocID="{A63C7D7C-9F3D-4E08-8B6B-F23106F2CD17}" presName="sibTrans" presStyleCnt="0"/>
      <dgm:spPr/>
    </dgm:pt>
    <dgm:pt modelId="{E80208FD-3161-47A0-B287-A3727CCE834F}" type="pres">
      <dgm:prSet presAssocID="{97C85CCE-9465-4036-8F45-1A6F17AE7D75}" presName="compNode" presStyleCnt="0"/>
      <dgm:spPr/>
    </dgm:pt>
    <dgm:pt modelId="{ADF81C2E-8585-4791-AE21-629248C09FAD}" type="pres">
      <dgm:prSet presAssocID="{97C85CCE-9465-4036-8F45-1A6F17AE7D75}" presName="bgRect" presStyleLbl="bgShp" presStyleIdx="2" presStyleCnt="5"/>
      <dgm:spPr/>
    </dgm:pt>
    <dgm:pt modelId="{FC07E7A2-94BF-400A-BAE1-7E38AECD149C}" type="pres">
      <dgm:prSet presAssocID="{97C85CCE-9465-4036-8F45-1A6F17AE7D7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BEF82E5-2059-4899-89D1-0E83DFA921B7}" type="pres">
      <dgm:prSet presAssocID="{97C85CCE-9465-4036-8F45-1A6F17AE7D75}" presName="spaceRect" presStyleCnt="0"/>
      <dgm:spPr/>
    </dgm:pt>
    <dgm:pt modelId="{849007E4-3C1F-4A5D-9AD8-A1BDEA0E746B}" type="pres">
      <dgm:prSet presAssocID="{97C85CCE-9465-4036-8F45-1A6F17AE7D75}" presName="parTx" presStyleLbl="revTx" presStyleIdx="2" presStyleCnt="5">
        <dgm:presLayoutVars>
          <dgm:chMax val="0"/>
          <dgm:chPref val="0"/>
        </dgm:presLayoutVars>
      </dgm:prSet>
      <dgm:spPr/>
    </dgm:pt>
    <dgm:pt modelId="{6E727000-3367-47F7-9DF8-D0F85B08A96C}" type="pres">
      <dgm:prSet presAssocID="{ED05B82D-BF0D-4C61-997F-3810D8898D55}" presName="sibTrans" presStyleCnt="0"/>
      <dgm:spPr/>
    </dgm:pt>
    <dgm:pt modelId="{FE22974D-B9F3-4466-AA46-40564907C046}" type="pres">
      <dgm:prSet presAssocID="{28A73451-ED11-4B4D-AB20-0CE70FC7B980}" presName="compNode" presStyleCnt="0"/>
      <dgm:spPr/>
    </dgm:pt>
    <dgm:pt modelId="{407046A4-B23E-4DA1-8FE4-5254F8DA629F}" type="pres">
      <dgm:prSet presAssocID="{28A73451-ED11-4B4D-AB20-0CE70FC7B980}" presName="bgRect" presStyleLbl="bgShp" presStyleIdx="3" presStyleCnt="5"/>
      <dgm:spPr/>
    </dgm:pt>
    <dgm:pt modelId="{96AAE777-AABB-4256-99BE-B40AEC0EB708}" type="pres">
      <dgm:prSet presAssocID="{28A73451-ED11-4B4D-AB20-0CE70FC7B98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B1AF4537-D1B3-4DB6-913C-1974BD4DE416}" type="pres">
      <dgm:prSet presAssocID="{28A73451-ED11-4B4D-AB20-0CE70FC7B980}" presName="spaceRect" presStyleCnt="0"/>
      <dgm:spPr/>
    </dgm:pt>
    <dgm:pt modelId="{0CCD4CFA-B579-4798-ADCC-E7401CA37932}" type="pres">
      <dgm:prSet presAssocID="{28A73451-ED11-4B4D-AB20-0CE70FC7B980}" presName="parTx" presStyleLbl="revTx" presStyleIdx="3" presStyleCnt="5">
        <dgm:presLayoutVars>
          <dgm:chMax val="0"/>
          <dgm:chPref val="0"/>
        </dgm:presLayoutVars>
      </dgm:prSet>
      <dgm:spPr/>
    </dgm:pt>
    <dgm:pt modelId="{76841B4D-984D-4D36-97A5-ABFDDB6A1295}" type="pres">
      <dgm:prSet presAssocID="{7993A424-73B2-4891-9BA9-CC03CFCDE847}" presName="sibTrans" presStyleCnt="0"/>
      <dgm:spPr/>
    </dgm:pt>
    <dgm:pt modelId="{01B80A74-8335-49C2-AF3A-EB022086A56D}" type="pres">
      <dgm:prSet presAssocID="{83CD0331-D24E-4965-99FE-B56E15152AF3}" presName="compNode" presStyleCnt="0"/>
      <dgm:spPr/>
    </dgm:pt>
    <dgm:pt modelId="{7CF99100-EDF0-44FB-97A5-7AB1A06E6D7A}" type="pres">
      <dgm:prSet presAssocID="{83CD0331-D24E-4965-99FE-B56E15152AF3}" presName="bgRect" presStyleLbl="bgShp" presStyleIdx="4" presStyleCnt="5"/>
      <dgm:spPr/>
    </dgm:pt>
    <dgm:pt modelId="{CF040AF7-0EBA-4F83-8321-14D02698C13E}" type="pres">
      <dgm:prSet presAssocID="{83CD0331-D24E-4965-99FE-B56E15152AF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1896E51D-4953-4624-8348-50FEC3B93433}" type="pres">
      <dgm:prSet presAssocID="{83CD0331-D24E-4965-99FE-B56E15152AF3}" presName="spaceRect" presStyleCnt="0"/>
      <dgm:spPr/>
    </dgm:pt>
    <dgm:pt modelId="{5AEE57A0-583D-4119-A632-B5C5F378F399}" type="pres">
      <dgm:prSet presAssocID="{83CD0331-D24E-4965-99FE-B56E15152AF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91AAD19-DB2A-47C7-A9B4-2283BAAE3666}" type="presOf" srcId="{97C85CCE-9465-4036-8F45-1A6F17AE7D75}" destId="{849007E4-3C1F-4A5D-9AD8-A1BDEA0E746B}" srcOrd="0" destOrd="0" presId="urn:microsoft.com/office/officeart/2018/2/layout/IconVerticalSolidList"/>
    <dgm:cxn modelId="{56E8CF32-C2A4-4DDB-84A9-8C4A3DB279D5}" type="presOf" srcId="{20F7475A-D957-48BA-80A5-F37321C51E5F}" destId="{B62A59AD-F4F4-4585-8AC6-DB86C47CC9D3}" srcOrd="0" destOrd="0" presId="urn:microsoft.com/office/officeart/2018/2/layout/IconVerticalSolidList"/>
    <dgm:cxn modelId="{DDB35B55-1F83-41D5-99B0-B7EDB1BA90B1}" srcId="{FE3C5CB9-2B57-412B-B7CF-DB0E4E271C76}" destId="{83CD0331-D24E-4965-99FE-B56E15152AF3}" srcOrd="4" destOrd="0" parTransId="{B4D8A151-E59F-4B37-AEE5-78CCBC6D05FE}" sibTransId="{1DA18244-8251-4D98-8FD4-6F52E2BE6422}"/>
    <dgm:cxn modelId="{544ACA5E-6316-4A82-9427-3A7B1625A1DB}" type="presOf" srcId="{FE3C5CB9-2B57-412B-B7CF-DB0E4E271C76}" destId="{0C5175B1-CF9A-45B1-8A34-A4C291293475}" srcOrd="0" destOrd="0" presId="urn:microsoft.com/office/officeart/2018/2/layout/IconVerticalSolidList"/>
    <dgm:cxn modelId="{BC4DBB90-4259-4FD1-AC0B-BC3989EEB5D3}" srcId="{FE3C5CB9-2B57-412B-B7CF-DB0E4E271C76}" destId="{28A73451-ED11-4B4D-AB20-0CE70FC7B980}" srcOrd="3" destOrd="0" parTransId="{466416BD-160F-4BFA-9C41-53ECE5571DB8}" sibTransId="{7993A424-73B2-4891-9BA9-CC03CFCDE847}"/>
    <dgm:cxn modelId="{E49F14A3-5A13-419F-9831-4C97A44739C6}" type="presOf" srcId="{28A73451-ED11-4B4D-AB20-0CE70FC7B980}" destId="{0CCD4CFA-B579-4798-ADCC-E7401CA37932}" srcOrd="0" destOrd="0" presId="urn:microsoft.com/office/officeart/2018/2/layout/IconVerticalSolidList"/>
    <dgm:cxn modelId="{0F6CABA5-CA2B-4FDA-9B88-7FA7B5A152EB}" type="presOf" srcId="{83CD0331-D24E-4965-99FE-B56E15152AF3}" destId="{5AEE57A0-583D-4119-A632-B5C5F378F399}" srcOrd="0" destOrd="0" presId="urn:microsoft.com/office/officeart/2018/2/layout/IconVerticalSolidList"/>
    <dgm:cxn modelId="{B6D529CD-4D46-4BD1-94D1-E91A762681B7}" type="presOf" srcId="{0574D4EC-3DA1-40E5-A9F9-90A0596D8B76}" destId="{2A01CA19-7D79-4FAE-867C-636B31CB2FB2}" srcOrd="0" destOrd="0" presId="urn:microsoft.com/office/officeart/2018/2/layout/IconVerticalSolidList"/>
    <dgm:cxn modelId="{29C4BDD6-A78E-4F2D-8FEF-238A75B2DBE8}" srcId="{FE3C5CB9-2B57-412B-B7CF-DB0E4E271C76}" destId="{0574D4EC-3DA1-40E5-A9F9-90A0596D8B76}" srcOrd="0" destOrd="0" parTransId="{3A3610CB-BB7C-49B2-A260-53B9908A97BF}" sibTransId="{5A4132D2-CC39-4631-BBA4-399C392EEB5C}"/>
    <dgm:cxn modelId="{D368B8F2-324C-4975-B493-6F9FC79A96B9}" srcId="{FE3C5CB9-2B57-412B-B7CF-DB0E4E271C76}" destId="{97C85CCE-9465-4036-8F45-1A6F17AE7D75}" srcOrd="2" destOrd="0" parTransId="{C28CF859-CA5C-41B7-8480-355079174638}" sibTransId="{ED05B82D-BF0D-4C61-997F-3810D8898D55}"/>
    <dgm:cxn modelId="{517947F4-D532-4384-A816-560008F30C14}" srcId="{FE3C5CB9-2B57-412B-B7CF-DB0E4E271C76}" destId="{20F7475A-D957-48BA-80A5-F37321C51E5F}" srcOrd="1" destOrd="0" parTransId="{9BE90FC8-B4DD-4C8B-B49C-7EA4368D18C3}" sibTransId="{A63C7D7C-9F3D-4E08-8B6B-F23106F2CD17}"/>
    <dgm:cxn modelId="{527B2D28-316D-492B-B93D-2E6A72A415D6}" type="presParOf" srcId="{0C5175B1-CF9A-45B1-8A34-A4C291293475}" destId="{C0AD5567-489E-4FE7-9FCB-E68933FCE598}" srcOrd="0" destOrd="0" presId="urn:microsoft.com/office/officeart/2018/2/layout/IconVerticalSolidList"/>
    <dgm:cxn modelId="{1C37C7C2-D91F-4F94-BBC1-AB69E79A25BB}" type="presParOf" srcId="{C0AD5567-489E-4FE7-9FCB-E68933FCE598}" destId="{C8D5EC7F-F7D8-41A5-82AD-E39C5CB845A8}" srcOrd="0" destOrd="0" presId="urn:microsoft.com/office/officeart/2018/2/layout/IconVerticalSolidList"/>
    <dgm:cxn modelId="{F7714F82-619C-46C6-B515-3AD5BD0B233B}" type="presParOf" srcId="{C0AD5567-489E-4FE7-9FCB-E68933FCE598}" destId="{544FC0CE-BA40-4012-835A-AF7DC574944B}" srcOrd="1" destOrd="0" presId="urn:microsoft.com/office/officeart/2018/2/layout/IconVerticalSolidList"/>
    <dgm:cxn modelId="{C85EB14F-1AD9-4EB7-B81A-289D3A3E6AE9}" type="presParOf" srcId="{C0AD5567-489E-4FE7-9FCB-E68933FCE598}" destId="{5BE5E1AF-F169-4965-8CB3-967B627A0A25}" srcOrd="2" destOrd="0" presId="urn:microsoft.com/office/officeart/2018/2/layout/IconVerticalSolidList"/>
    <dgm:cxn modelId="{A0768294-BF39-4258-95D1-0D685B026D4F}" type="presParOf" srcId="{C0AD5567-489E-4FE7-9FCB-E68933FCE598}" destId="{2A01CA19-7D79-4FAE-867C-636B31CB2FB2}" srcOrd="3" destOrd="0" presId="urn:microsoft.com/office/officeart/2018/2/layout/IconVerticalSolidList"/>
    <dgm:cxn modelId="{A592BC60-EF19-496C-AAFA-1DA404F4C246}" type="presParOf" srcId="{0C5175B1-CF9A-45B1-8A34-A4C291293475}" destId="{6313D384-E25E-4A2F-B00D-0DF445160078}" srcOrd="1" destOrd="0" presId="urn:microsoft.com/office/officeart/2018/2/layout/IconVerticalSolidList"/>
    <dgm:cxn modelId="{69D488BC-8E52-4701-8D34-7DAB1E1B6A29}" type="presParOf" srcId="{0C5175B1-CF9A-45B1-8A34-A4C291293475}" destId="{DCF8C4D2-F756-458E-9C52-03200D373425}" srcOrd="2" destOrd="0" presId="urn:microsoft.com/office/officeart/2018/2/layout/IconVerticalSolidList"/>
    <dgm:cxn modelId="{D0630B1F-5D9E-491C-A16A-6E35AD70D4AB}" type="presParOf" srcId="{DCF8C4D2-F756-458E-9C52-03200D373425}" destId="{ECFB9CA0-54D5-4B60-BDD8-A1C5CA754B02}" srcOrd="0" destOrd="0" presId="urn:microsoft.com/office/officeart/2018/2/layout/IconVerticalSolidList"/>
    <dgm:cxn modelId="{B65B6AF6-9ACD-4ED2-A73E-CF9FC5A771E0}" type="presParOf" srcId="{DCF8C4D2-F756-458E-9C52-03200D373425}" destId="{132D60A8-20FD-426C-BA9F-23799907BE47}" srcOrd="1" destOrd="0" presId="urn:microsoft.com/office/officeart/2018/2/layout/IconVerticalSolidList"/>
    <dgm:cxn modelId="{D1A2132C-BFA3-4356-91BD-82709E0B9486}" type="presParOf" srcId="{DCF8C4D2-F756-458E-9C52-03200D373425}" destId="{71453E46-EE5F-4AC8-9DE7-E35373CA41D2}" srcOrd="2" destOrd="0" presId="urn:microsoft.com/office/officeart/2018/2/layout/IconVerticalSolidList"/>
    <dgm:cxn modelId="{0AEDFA07-0EC5-4FA8-8E6A-B9761F281058}" type="presParOf" srcId="{DCF8C4D2-F756-458E-9C52-03200D373425}" destId="{B62A59AD-F4F4-4585-8AC6-DB86C47CC9D3}" srcOrd="3" destOrd="0" presId="urn:microsoft.com/office/officeart/2018/2/layout/IconVerticalSolidList"/>
    <dgm:cxn modelId="{CF5AF770-7A10-47F7-A904-847245A9E821}" type="presParOf" srcId="{0C5175B1-CF9A-45B1-8A34-A4C291293475}" destId="{AEB67C30-00A8-43BA-B230-9FDC73781B7E}" srcOrd="3" destOrd="0" presId="urn:microsoft.com/office/officeart/2018/2/layout/IconVerticalSolidList"/>
    <dgm:cxn modelId="{E67F66C6-EE73-4C0A-BA06-E714815AD924}" type="presParOf" srcId="{0C5175B1-CF9A-45B1-8A34-A4C291293475}" destId="{E80208FD-3161-47A0-B287-A3727CCE834F}" srcOrd="4" destOrd="0" presId="urn:microsoft.com/office/officeart/2018/2/layout/IconVerticalSolidList"/>
    <dgm:cxn modelId="{A0BA0730-F267-49E0-B577-2406E6CA57BB}" type="presParOf" srcId="{E80208FD-3161-47A0-B287-A3727CCE834F}" destId="{ADF81C2E-8585-4791-AE21-629248C09FAD}" srcOrd="0" destOrd="0" presId="urn:microsoft.com/office/officeart/2018/2/layout/IconVerticalSolidList"/>
    <dgm:cxn modelId="{B05B2985-30CB-4F74-8387-FAFF492AC768}" type="presParOf" srcId="{E80208FD-3161-47A0-B287-A3727CCE834F}" destId="{FC07E7A2-94BF-400A-BAE1-7E38AECD149C}" srcOrd="1" destOrd="0" presId="urn:microsoft.com/office/officeart/2018/2/layout/IconVerticalSolidList"/>
    <dgm:cxn modelId="{1DE98077-6281-4E38-BDF0-3B6464894D2F}" type="presParOf" srcId="{E80208FD-3161-47A0-B287-A3727CCE834F}" destId="{4BEF82E5-2059-4899-89D1-0E83DFA921B7}" srcOrd="2" destOrd="0" presId="urn:microsoft.com/office/officeart/2018/2/layout/IconVerticalSolidList"/>
    <dgm:cxn modelId="{3FDBC4C8-14A6-4B3E-A2C6-B1557D86B749}" type="presParOf" srcId="{E80208FD-3161-47A0-B287-A3727CCE834F}" destId="{849007E4-3C1F-4A5D-9AD8-A1BDEA0E746B}" srcOrd="3" destOrd="0" presId="urn:microsoft.com/office/officeart/2018/2/layout/IconVerticalSolidList"/>
    <dgm:cxn modelId="{4BF84564-2260-4E49-A8CE-5CE3B7C78365}" type="presParOf" srcId="{0C5175B1-CF9A-45B1-8A34-A4C291293475}" destId="{6E727000-3367-47F7-9DF8-D0F85B08A96C}" srcOrd="5" destOrd="0" presId="urn:microsoft.com/office/officeart/2018/2/layout/IconVerticalSolidList"/>
    <dgm:cxn modelId="{E5C20434-AB67-42C1-AFAA-CEFB6AF70F84}" type="presParOf" srcId="{0C5175B1-CF9A-45B1-8A34-A4C291293475}" destId="{FE22974D-B9F3-4466-AA46-40564907C046}" srcOrd="6" destOrd="0" presId="urn:microsoft.com/office/officeart/2018/2/layout/IconVerticalSolidList"/>
    <dgm:cxn modelId="{32CC35E7-62EF-4BF0-A034-D355AD35C2BD}" type="presParOf" srcId="{FE22974D-B9F3-4466-AA46-40564907C046}" destId="{407046A4-B23E-4DA1-8FE4-5254F8DA629F}" srcOrd="0" destOrd="0" presId="urn:microsoft.com/office/officeart/2018/2/layout/IconVerticalSolidList"/>
    <dgm:cxn modelId="{8AC90366-62BE-473D-8FD3-A3A3AF10C341}" type="presParOf" srcId="{FE22974D-B9F3-4466-AA46-40564907C046}" destId="{96AAE777-AABB-4256-99BE-B40AEC0EB708}" srcOrd="1" destOrd="0" presId="urn:microsoft.com/office/officeart/2018/2/layout/IconVerticalSolidList"/>
    <dgm:cxn modelId="{6E859A75-6B0D-4365-93A0-E7AB40B28334}" type="presParOf" srcId="{FE22974D-B9F3-4466-AA46-40564907C046}" destId="{B1AF4537-D1B3-4DB6-913C-1974BD4DE416}" srcOrd="2" destOrd="0" presId="urn:microsoft.com/office/officeart/2018/2/layout/IconVerticalSolidList"/>
    <dgm:cxn modelId="{395D0680-7348-4A65-AC72-D397D3E9AA31}" type="presParOf" srcId="{FE22974D-B9F3-4466-AA46-40564907C046}" destId="{0CCD4CFA-B579-4798-ADCC-E7401CA37932}" srcOrd="3" destOrd="0" presId="urn:microsoft.com/office/officeart/2018/2/layout/IconVerticalSolidList"/>
    <dgm:cxn modelId="{8B5BEDBB-A513-437E-B483-FFA8D00F631C}" type="presParOf" srcId="{0C5175B1-CF9A-45B1-8A34-A4C291293475}" destId="{76841B4D-984D-4D36-97A5-ABFDDB6A1295}" srcOrd="7" destOrd="0" presId="urn:microsoft.com/office/officeart/2018/2/layout/IconVerticalSolidList"/>
    <dgm:cxn modelId="{16CBDAD9-2AEF-47B4-8BB0-D52E53D274C6}" type="presParOf" srcId="{0C5175B1-CF9A-45B1-8A34-A4C291293475}" destId="{01B80A74-8335-49C2-AF3A-EB022086A56D}" srcOrd="8" destOrd="0" presId="urn:microsoft.com/office/officeart/2018/2/layout/IconVerticalSolidList"/>
    <dgm:cxn modelId="{BCB47365-45BC-44CA-9389-D6087913E563}" type="presParOf" srcId="{01B80A74-8335-49C2-AF3A-EB022086A56D}" destId="{7CF99100-EDF0-44FB-97A5-7AB1A06E6D7A}" srcOrd="0" destOrd="0" presId="urn:microsoft.com/office/officeart/2018/2/layout/IconVerticalSolidList"/>
    <dgm:cxn modelId="{D8C1DBC3-601B-4161-9F23-D5F84A60331F}" type="presParOf" srcId="{01B80A74-8335-49C2-AF3A-EB022086A56D}" destId="{CF040AF7-0EBA-4F83-8321-14D02698C13E}" srcOrd="1" destOrd="0" presId="urn:microsoft.com/office/officeart/2018/2/layout/IconVerticalSolidList"/>
    <dgm:cxn modelId="{48AD9F76-306F-46FC-9004-53C8E2D35A76}" type="presParOf" srcId="{01B80A74-8335-49C2-AF3A-EB022086A56D}" destId="{1896E51D-4953-4624-8348-50FEC3B93433}" srcOrd="2" destOrd="0" presId="urn:microsoft.com/office/officeart/2018/2/layout/IconVerticalSolidList"/>
    <dgm:cxn modelId="{5E956BE7-0978-4053-86BA-91AA54D5A31D}" type="presParOf" srcId="{01B80A74-8335-49C2-AF3A-EB022086A56D}" destId="{5AEE57A0-583D-4119-A632-B5C5F378F3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31919F-BCE9-44E4-8930-3045ADBEC56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A8DEB03-FAF2-4A74-B64E-165770306CE7}">
      <dgm:prSet/>
      <dgm:spPr/>
      <dgm:t>
        <a:bodyPr/>
        <a:lstStyle/>
        <a:p>
          <a:r>
            <a:rPr lang="en-US"/>
            <a:t>Problem:</a:t>
          </a:r>
        </a:p>
      </dgm:t>
    </dgm:pt>
    <dgm:pt modelId="{62CD0D91-1B74-4295-B9DD-40F2C47BF705}" type="parTrans" cxnId="{E812F8D1-5F22-4921-ADAF-0D1CD0E36BEA}">
      <dgm:prSet/>
      <dgm:spPr/>
      <dgm:t>
        <a:bodyPr/>
        <a:lstStyle/>
        <a:p>
          <a:endParaRPr lang="en-US"/>
        </a:p>
      </dgm:t>
    </dgm:pt>
    <dgm:pt modelId="{807310DB-08BC-428C-905B-9F01C8BB7E21}" type="sibTrans" cxnId="{E812F8D1-5F22-4921-ADAF-0D1CD0E36BEA}">
      <dgm:prSet/>
      <dgm:spPr/>
      <dgm:t>
        <a:bodyPr/>
        <a:lstStyle/>
        <a:p>
          <a:endParaRPr lang="en-US"/>
        </a:p>
      </dgm:t>
    </dgm:pt>
    <dgm:pt modelId="{D3B0EC80-A257-428B-AF87-5BFC4F306CC2}">
      <dgm:prSet/>
      <dgm:spPr/>
      <dgm:t>
        <a:bodyPr/>
        <a:lstStyle/>
        <a:p>
          <a:r>
            <a:rPr lang="en-US" dirty="0"/>
            <a:t>Manual X-ray review take time, even days to receive results</a:t>
          </a:r>
        </a:p>
      </dgm:t>
    </dgm:pt>
    <dgm:pt modelId="{BC4DD1D1-41D6-4496-B83D-46E12CC50529}" type="parTrans" cxnId="{B2EE246D-D6E0-406A-9E53-23E3141F7A47}">
      <dgm:prSet/>
      <dgm:spPr/>
      <dgm:t>
        <a:bodyPr/>
        <a:lstStyle/>
        <a:p>
          <a:endParaRPr lang="en-US"/>
        </a:p>
      </dgm:t>
    </dgm:pt>
    <dgm:pt modelId="{C22AC5E5-6D72-4BFA-8433-F320AB693DCA}" type="sibTrans" cxnId="{B2EE246D-D6E0-406A-9E53-23E3141F7A47}">
      <dgm:prSet/>
      <dgm:spPr/>
      <dgm:t>
        <a:bodyPr/>
        <a:lstStyle/>
        <a:p>
          <a:endParaRPr lang="en-US"/>
        </a:p>
      </dgm:t>
    </dgm:pt>
    <dgm:pt modelId="{F451202B-46C3-421F-A716-14D7758DEFAC}">
      <dgm:prSet/>
      <dgm:spPr/>
      <dgm:t>
        <a:bodyPr/>
        <a:lstStyle/>
        <a:p>
          <a:r>
            <a:rPr lang="en-US"/>
            <a:t>Goal:</a:t>
          </a:r>
        </a:p>
      </dgm:t>
    </dgm:pt>
    <dgm:pt modelId="{40278084-D126-4347-87A5-B960EE417086}" type="parTrans" cxnId="{3181A0DB-2ECB-4061-8002-50249E719CE7}">
      <dgm:prSet/>
      <dgm:spPr/>
      <dgm:t>
        <a:bodyPr/>
        <a:lstStyle/>
        <a:p>
          <a:endParaRPr lang="en-US"/>
        </a:p>
      </dgm:t>
    </dgm:pt>
    <dgm:pt modelId="{24412966-9B7F-4E00-ACE2-4127E1778FFA}" type="sibTrans" cxnId="{3181A0DB-2ECB-4061-8002-50249E719CE7}">
      <dgm:prSet/>
      <dgm:spPr/>
      <dgm:t>
        <a:bodyPr/>
        <a:lstStyle/>
        <a:p>
          <a:endParaRPr lang="en-US"/>
        </a:p>
      </dgm:t>
    </dgm:pt>
    <dgm:pt modelId="{16CDA5D1-02E9-462C-B0AB-ACD57B9835FD}">
      <dgm:prSet/>
      <dgm:spPr/>
      <dgm:t>
        <a:bodyPr/>
        <a:lstStyle/>
        <a:p>
          <a:r>
            <a:rPr lang="en-US"/>
            <a:t>Build an AI image classifier using deep learning</a:t>
          </a:r>
        </a:p>
      </dgm:t>
    </dgm:pt>
    <dgm:pt modelId="{F509A9FF-B39F-412C-8320-5BAA3C277806}" type="parTrans" cxnId="{70853F4C-65E4-495A-8B0A-3A5F94086B06}">
      <dgm:prSet/>
      <dgm:spPr/>
      <dgm:t>
        <a:bodyPr/>
        <a:lstStyle/>
        <a:p>
          <a:endParaRPr lang="en-US"/>
        </a:p>
      </dgm:t>
    </dgm:pt>
    <dgm:pt modelId="{6F99F899-AF50-4A44-84C1-B912658EAB4F}" type="sibTrans" cxnId="{70853F4C-65E4-495A-8B0A-3A5F94086B06}">
      <dgm:prSet/>
      <dgm:spPr/>
      <dgm:t>
        <a:bodyPr/>
        <a:lstStyle/>
        <a:p>
          <a:endParaRPr lang="en-US"/>
        </a:p>
      </dgm:t>
    </dgm:pt>
    <dgm:pt modelId="{94122441-5621-4090-A4A7-5FC375492698}">
      <dgm:prSet/>
      <dgm:spPr/>
      <dgm:t>
        <a:bodyPr/>
        <a:lstStyle/>
        <a:p>
          <a:r>
            <a:rPr lang="en-US"/>
            <a:t>Flow:</a:t>
          </a:r>
        </a:p>
      </dgm:t>
    </dgm:pt>
    <dgm:pt modelId="{E158B1D9-E98E-4AB4-83FF-40B50E036886}" type="parTrans" cxnId="{D61AB6C0-7C19-4F25-8BA6-821A6AE7C268}">
      <dgm:prSet/>
      <dgm:spPr/>
      <dgm:t>
        <a:bodyPr/>
        <a:lstStyle/>
        <a:p>
          <a:endParaRPr lang="en-US"/>
        </a:p>
      </dgm:t>
    </dgm:pt>
    <dgm:pt modelId="{AA361C35-1BD2-4586-95F6-676B0C887725}" type="sibTrans" cxnId="{D61AB6C0-7C19-4F25-8BA6-821A6AE7C268}">
      <dgm:prSet/>
      <dgm:spPr/>
      <dgm:t>
        <a:bodyPr/>
        <a:lstStyle/>
        <a:p>
          <a:endParaRPr lang="en-US"/>
        </a:p>
      </dgm:t>
    </dgm:pt>
    <dgm:pt modelId="{7B0C4086-4216-4F49-B6D3-DC0641B35A26}">
      <dgm:prSet/>
      <dgm:spPr/>
      <dgm:t>
        <a:bodyPr/>
        <a:lstStyle/>
        <a:p>
          <a:r>
            <a:rPr lang="en-US"/>
            <a:t>Chest X-Ray → CNN → Diagnosis Prediction</a:t>
          </a:r>
        </a:p>
      </dgm:t>
    </dgm:pt>
    <dgm:pt modelId="{3A68C59D-7BDF-4592-8962-61103243FAC9}" type="parTrans" cxnId="{EFFA3501-B394-4ED5-B710-91C4FBC9225A}">
      <dgm:prSet/>
      <dgm:spPr/>
      <dgm:t>
        <a:bodyPr/>
        <a:lstStyle/>
        <a:p>
          <a:endParaRPr lang="en-US"/>
        </a:p>
      </dgm:t>
    </dgm:pt>
    <dgm:pt modelId="{F6B94F1A-8796-47A5-934F-BA30628DD730}" type="sibTrans" cxnId="{EFFA3501-B394-4ED5-B710-91C4FBC9225A}">
      <dgm:prSet/>
      <dgm:spPr/>
      <dgm:t>
        <a:bodyPr/>
        <a:lstStyle/>
        <a:p>
          <a:endParaRPr lang="en-US"/>
        </a:p>
      </dgm:t>
    </dgm:pt>
    <dgm:pt modelId="{B4555F0F-9E88-4FDA-ABDD-791D8B25AF0B}" type="pres">
      <dgm:prSet presAssocID="{7031919F-BCE9-44E4-8930-3045ADBEC560}" presName="root" presStyleCnt="0">
        <dgm:presLayoutVars>
          <dgm:dir/>
          <dgm:resizeHandles val="exact"/>
        </dgm:presLayoutVars>
      </dgm:prSet>
      <dgm:spPr/>
    </dgm:pt>
    <dgm:pt modelId="{4D82191B-D0C3-41AD-8E1E-02A1F59BDDCE}" type="pres">
      <dgm:prSet presAssocID="{AA8DEB03-FAF2-4A74-B64E-165770306CE7}" presName="compNode" presStyleCnt="0"/>
      <dgm:spPr/>
    </dgm:pt>
    <dgm:pt modelId="{D067B62D-6EC3-4F6B-A4DF-BE317E225931}" type="pres">
      <dgm:prSet presAssocID="{AA8DEB03-FAF2-4A74-B64E-165770306CE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260E0047-0FB9-4618-8653-ECF2EB8EBD72}" type="pres">
      <dgm:prSet presAssocID="{AA8DEB03-FAF2-4A74-B64E-165770306CE7}" presName="spaceRect" presStyleCnt="0"/>
      <dgm:spPr/>
    </dgm:pt>
    <dgm:pt modelId="{3C9ECE7F-77FC-4262-B141-E2637BF0CCDD}" type="pres">
      <dgm:prSet presAssocID="{AA8DEB03-FAF2-4A74-B64E-165770306CE7}" presName="textRect" presStyleLbl="revTx" presStyleIdx="0" presStyleCnt="6">
        <dgm:presLayoutVars>
          <dgm:chMax val="1"/>
          <dgm:chPref val="1"/>
        </dgm:presLayoutVars>
      </dgm:prSet>
      <dgm:spPr/>
    </dgm:pt>
    <dgm:pt modelId="{277F6C14-2E6D-4168-B44C-C78AA0E7E20C}" type="pres">
      <dgm:prSet presAssocID="{807310DB-08BC-428C-905B-9F01C8BB7E21}" presName="sibTrans" presStyleCnt="0"/>
      <dgm:spPr/>
    </dgm:pt>
    <dgm:pt modelId="{E20E19AB-1EAA-436E-9287-9A7E1F9A0533}" type="pres">
      <dgm:prSet presAssocID="{D3B0EC80-A257-428B-AF87-5BFC4F306CC2}" presName="compNode" presStyleCnt="0"/>
      <dgm:spPr/>
    </dgm:pt>
    <dgm:pt modelId="{A3AD3F29-D87D-4A28-A232-64BA1B83FB80}" type="pres">
      <dgm:prSet presAssocID="{D3B0EC80-A257-428B-AF87-5BFC4F306CC2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02B7810D-FEE8-42F8-8D66-844F0997AD44}" type="pres">
      <dgm:prSet presAssocID="{D3B0EC80-A257-428B-AF87-5BFC4F306CC2}" presName="spaceRect" presStyleCnt="0"/>
      <dgm:spPr/>
    </dgm:pt>
    <dgm:pt modelId="{AE877FF2-53F8-49DF-BD00-417FA411ED5C}" type="pres">
      <dgm:prSet presAssocID="{D3B0EC80-A257-428B-AF87-5BFC4F306CC2}" presName="textRect" presStyleLbl="revTx" presStyleIdx="1" presStyleCnt="6">
        <dgm:presLayoutVars>
          <dgm:chMax val="1"/>
          <dgm:chPref val="1"/>
        </dgm:presLayoutVars>
      </dgm:prSet>
      <dgm:spPr/>
    </dgm:pt>
    <dgm:pt modelId="{BC0AF9B0-AE24-4BB9-BD35-AA84B15A1957}" type="pres">
      <dgm:prSet presAssocID="{C22AC5E5-6D72-4BFA-8433-F320AB693DCA}" presName="sibTrans" presStyleCnt="0"/>
      <dgm:spPr/>
    </dgm:pt>
    <dgm:pt modelId="{FC4798EE-05E3-4998-9E63-FEECA0A01D03}" type="pres">
      <dgm:prSet presAssocID="{F451202B-46C3-421F-A716-14D7758DEFAC}" presName="compNode" presStyleCnt="0"/>
      <dgm:spPr/>
    </dgm:pt>
    <dgm:pt modelId="{3872ED78-8D63-41C9-B848-04004D3A859F}" type="pres">
      <dgm:prSet presAssocID="{F451202B-46C3-421F-A716-14D7758DEFA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35F84A9-9ED0-4F2D-AF47-31534A800A9B}" type="pres">
      <dgm:prSet presAssocID="{F451202B-46C3-421F-A716-14D7758DEFAC}" presName="spaceRect" presStyleCnt="0"/>
      <dgm:spPr/>
    </dgm:pt>
    <dgm:pt modelId="{5B836F5D-8E5E-4EB5-8EFC-2D11B3F296A9}" type="pres">
      <dgm:prSet presAssocID="{F451202B-46C3-421F-A716-14D7758DEFAC}" presName="textRect" presStyleLbl="revTx" presStyleIdx="2" presStyleCnt="6">
        <dgm:presLayoutVars>
          <dgm:chMax val="1"/>
          <dgm:chPref val="1"/>
        </dgm:presLayoutVars>
      </dgm:prSet>
      <dgm:spPr/>
    </dgm:pt>
    <dgm:pt modelId="{AD88E73C-7E99-4D47-A4F0-2B638CA74C52}" type="pres">
      <dgm:prSet presAssocID="{24412966-9B7F-4E00-ACE2-4127E1778FFA}" presName="sibTrans" presStyleCnt="0"/>
      <dgm:spPr/>
    </dgm:pt>
    <dgm:pt modelId="{03B86D88-1885-4E46-891E-04C233E8266E}" type="pres">
      <dgm:prSet presAssocID="{16CDA5D1-02E9-462C-B0AB-ACD57B9835FD}" presName="compNode" presStyleCnt="0"/>
      <dgm:spPr/>
    </dgm:pt>
    <dgm:pt modelId="{7242F09E-7EE6-402E-AB3C-4C6B3919F2C6}" type="pres">
      <dgm:prSet presAssocID="{16CDA5D1-02E9-462C-B0AB-ACD57B9835FD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B38CBAB-5DE6-4D6E-AE1B-A345B8A79060}" type="pres">
      <dgm:prSet presAssocID="{16CDA5D1-02E9-462C-B0AB-ACD57B9835FD}" presName="spaceRect" presStyleCnt="0"/>
      <dgm:spPr/>
    </dgm:pt>
    <dgm:pt modelId="{DBC9F234-89DD-407C-A619-729C3FBFBD39}" type="pres">
      <dgm:prSet presAssocID="{16CDA5D1-02E9-462C-B0AB-ACD57B9835FD}" presName="textRect" presStyleLbl="revTx" presStyleIdx="3" presStyleCnt="6">
        <dgm:presLayoutVars>
          <dgm:chMax val="1"/>
          <dgm:chPref val="1"/>
        </dgm:presLayoutVars>
      </dgm:prSet>
      <dgm:spPr/>
    </dgm:pt>
    <dgm:pt modelId="{501F0572-041D-4F15-90C0-7F2A6D720D8B}" type="pres">
      <dgm:prSet presAssocID="{6F99F899-AF50-4A44-84C1-B912658EAB4F}" presName="sibTrans" presStyleCnt="0"/>
      <dgm:spPr/>
    </dgm:pt>
    <dgm:pt modelId="{2C4E1FE0-D561-43E3-B387-3F340B66AD65}" type="pres">
      <dgm:prSet presAssocID="{94122441-5621-4090-A4A7-5FC375492698}" presName="compNode" presStyleCnt="0"/>
      <dgm:spPr/>
    </dgm:pt>
    <dgm:pt modelId="{D3B223D7-7A1C-4EFD-9257-B8F4E3B921F9}" type="pres">
      <dgm:prSet presAssocID="{94122441-5621-4090-A4A7-5FC375492698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B716E42-ADC1-4883-88F8-153F787988EA}" type="pres">
      <dgm:prSet presAssocID="{94122441-5621-4090-A4A7-5FC375492698}" presName="spaceRect" presStyleCnt="0"/>
      <dgm:spPr/>
    </dgm:pt>
    <dgm:pt modelId="{EB15DAAD-DB33-44AD-B369-649A0E7AC3BC}" type="pres">
      <dgm:prSet presAssocID="{94122441-5621-4090-A4A7-5FC375492698}" presName="textRect" presStyleLbl="revTx" presStyleIdx="4" presStyleCnt="6">
        <dgm:presLayoutVars>
          <dgm:chMax val="1"/>
          <dgm:chPref val="1"/>
        </dgm:presLayoutVars>
      </dgm:prSet>
      <dgm:spPr/>
    </dgm:pt>
    <dgm:pt modelId="{9C63DC1B-9C37-47C9-A55B-1B96AFAC4BC7}" type="pres">
      <dgm:prSet presAssocID="{AA361C35-1BD2-4586-95F6-676B0C887725}" presName="sibTrans" presStyleCnt="0"/>
      <dgm:spPr/>
    </dgm:pt>
    <dgm:pt modelId="{166C7E16-C6D1-4F82-AED2-40E6CF1F2BEC}" type="pres">
      <dgm:prSet presAssocID="{7B0C4086-4216-4F49-B6D3-DC0641B35A26}" presName="compNode" presStyleCnt="0"/>
      <dgm:spPr/>
    </dgm:pt>
    <dgm:pt modelId="{7784D7E0-BDEB-4898-BB0B-325C40034AF4}" type="pres">
      <dgm:prSet presAssocID="{7B0C4086-4216-4F49-B6D3-DC0641B35A26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0D949BE1-5445-41D8-90F0-344E1CA51F92}" type="pres">
      <dgm:prSet presAssocID="{7B0C4086-4216-4F49-B6D3-DC0641B35A26}" presName="spaceRect" presStyleCnt="0"/>
      <dgm:spPr/>
    </dgm:pt>
    <dgm:pt modelId="{F146743F-D0ED-48D6-BA99-7E431A374F3A}" type="pres">
      <dgm:prSet presAssocID="{7B0C4086-4216-4F49-B6D3-DC0641B35A2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FFA3501-B394-4ED5-B710-91C4FBC9225A}" srcId="{7031919F-BCE9-44E4-8930-3045ADBEC560}" destId="{7B0C4086-4216-4F49-B6D3-DC0641B35A26}" srcOrd="5" destOrd="0" parTransId="{3A68C59D-7BDF-4592-8962-61103243FAC9}" sibTransId="{F6B94F1A-8796-47A5-934F-BA30628DD730}"/>
    <dgm:cxn modelId="{ABDE2925-F1B2-4D77-A7BC-CA23F0D7D917}" type="presOf" srcId="{16CDA5D1-02E9-462C-B0AB-ACD57B9835FD}" destId="{DBC9F234-89DD-407C-A619-729C3FBFBD39}" srcOrd="0" destOrd="0" presId="urn:microsoft.com/office/officeart/2018/2/layout/IconLabelList"/>
    <dgm:cxn modelId="{299F184A-FD9B-4836-93FD-BC9388B68791}" type="presOf" srcId="{7B0C4086-4216-4F49-B6D3-DC0641B35A26}" destId="{F146743F-D0ED-48D6-BA99-7E431A374F3A}" srcOrd="0" destOrd="0" presId="urn:microsoft.com/office/officeart/2018/2/layout/IconLabelList"/>
    <dgm:cxn modelId="{70853F4C-65E4-495A-8B0A-3A5F94086B06}" srcId="{7031919F-BCE9-44E4-8930-3045ADBEC560}" destId="{16CDA5D1-02E9-462C-B0AB-ACD57B9835FD}" srcOrd="3" destOrd="0" parTransId="{F509A9FF-B39F-412C-8320-5BAA3C277806}" sibTransId="{6F99F899-AF50-4A44-84C1-B912658EAB4F}"/>
    <dgm:cxn modelId="{B2EE246D-D6E0-406A-9E53-23E3141F7A47}" srcId="{7031919F-BCE9-44E4-8930-3045ADBEC560}" destId="{D3B0EC80-A257-428B-AF87-5BFC4F306CC2}" srcOrd="1" destOrd="0" parTransId="{BC4DD1D1-41D6-4496-B83D-46E12CC50529}" sibTransId="{C22AC5E5-6D72-4BFA-8433-F320AB693DCA}"/>
    <dgm:cxn modelId="{D61AB6C0-7C19-4F25-8BA6-821A6AE7C268}" srcId="{7031919F-BCE9-44E4-8930-3045ADBEC560}" destId="{94122441-5621-4090-A4A7-5FC375492698}" srcOrd="4" destOrd="0" parTransId="{E158B1D9-E98E-4AB4-83FF-40B50E036886}" sibTransId="{AA361C35-1BD2-4586-95F6-676B0C887725}"/>
    <dgm:cxn modelId="{E812F8D1-5F22-4921-ADAF-0D1CD0E36BEA}" srcId="{7031919F-BCE9-44E4-8930-3045ADBEC560}" destId="{AA8DEB03-FAF2-4A74-B64E-165770306CE7}" srcOrd="0" destOrd="0" parTransId="{62CD0D91-1B74-4295-B9DD-40F2C47BF705}" sibTransId="{807310DB-08BC-428C-905B-9F01C8BB7E21}"/>
    <dgm:cxn modelId="{B45C64D5-2231-49B9-9489-D9BD3FE8E07E}" type="presOf" srcId="{D3B0EC80-A257-428B-AF87-5BFC4F306CC2}" destId="{AE877FF2-53F8-49DF-BD00-417FA411ED5C}" srcOrd="0" destOrd="0" presId="urn:microsoft.com/office/officeart/2018/2/layout/IconLabelList"/>
    <dgm:cxn modelId="{3181A0DB-2ECB-4061-8002-50249E719CE7}" srcId="{7031919F-BCE9-44E4-8930-3045ADBEC560}" destId="{F451202B-46C3-421F-A716-14D7758DEFAC}" srcOrd="2" destOrd="0" parTransId="{40278084-D126-4347-87A5-B960EE417086}" sibTransId="{24412966-9B7F-4E00-ACE2-4127E1778FFA}"/>
    <dgm:cxn modelId="{A5D887DC-A677-4863-A95E-3E7338013369}" type="presOf" srcId="{94122441-5621-4090-A4A7-5FC375492698}" destId="{EB15DAAD-DB33-44AD-B369-649A0E7AC3BC}" srcOrd="0" destOrd="0" presId="urn:microsoft.com/office/officeart/2018/2/layout/IconLabelList"/>
    <dgm:cxn modelId="{FF243CE4-1DC0-4712-A5E4-57D7411B89C6}" type="presOf" srcId="{7031919F-BCE9-44E4-8930-3045ADBEC560}" destId="{B4555F0F-9E88-4FDA-ABDD-791D8B25AF0B}" srcOrd="0" destOrd="0" presId="urn:microsoft.com/office/officeart/2018/2/layout/IconLabelList"/>
    <dgm:cxn modelId="{B3A6C9EC-872D-44E0-837E-B15D755EEF21}" type="presOf" srcId="{F451202B-46C3-421F-A716-14D7758DEFAC}" destId="{5B836F5D-8E5E-4EB5-8EFC-2D11B3F296A9}" srcOrd="0" destOrd="0" presId="urn:microsoft.com/office/officeart/2018/2/layout/IconLabelList"/>
    <dgm:cxn modelId="{20C47DEF-A89D-4403-B36A-BE546B882FDB}" type="presOf" srcId="{AA8DEB03-FAF2-4A74-B64E-165770306CE7}" destId="{3C9ECE7F-77FC-4262-B141-E2637BF0CCDD}" srcOrd="0" destOrd="0" presId="urn:microsoft.com/office/officeart/2018/2/layout/IconLabelList"/>
    <dgm:cxn modelId="{F61E8C44-2DC7-4156-9975-257272030FA3}" type="presParOf" srcId="{B4555F0F-9E88-4FDA-ABDD-791D8B25AF0B}" destId="{4D82191B-D0C3-41AD-8E1E-02A1F59BDDCE}" srcOrd="0" destOrd="0" presId="urn:microsoft.com/office/officeart/2018/2/layout/IconLabelList"/>
    <dgm:cxn modelId="{13F84D26-D973-4FD1-B5E2-1B0EF2C8D7A4}" type="presParOf" srcId="{4D82191B-D0C3-41AD-8E1E-02A1F59BDDCE}" destId="{D067B62D-6EC3-4F6B-A4DF-BE317E225931}" srcOrd="0" destOrd="0" presId="urn:microsoft.com/office/officeart/2018/2/layout/IconLabelList"/>
    <dgm:cxn modelId="{BC4C3E90-900B-47BC-BE4A-96EAE1A2CEC3}" type="presParOf" srcId="{4D82191B-D0C3-41AD-8E1E-02A1F59BDDCE}" destId="{260E0047-0FB9-4618-8653-ECF2EB8EBD72}" srcOrd="1" destOrd="0" presId="urn:microsoft.com/office/officeart/2018/2/layout/IconLabelList"/>
    <dgm:cxn modelId="{E03DC50F-E37F-405D-A2B2-68BA6E4F9223}" type="presParOf" srcId="{4D82191B-D0C3-41AD-8E1E-02A1F59BDDCE}" destId="{3C9ECE7F-77FC-4262-B141-E2637BF0CCDD}" srcOrd="2" destOrd="0" presId="urn:microsoft.com/office/officeart/2018/2/layout/IconLabelList"/>
    <dgm:cxn modelId="{F5707F7C-0F98-4450-8823-217C635125AA}" type="presParOf" srcId="{B4555F0F-9E88-4FDA-ABDD-791D8B25AF0B}" destId="{277F6C14-2E6D-4168-B44C-C78AA0E7E20C}" srcOrd="1" destOrd="0" presId="urn:microsoft.com/office/officeart/2018/2/layout/IconLabelList"/>
    <dgm:cxn modelId="{44F5794C-0D61-4513-8581-9A7A30A3D3FD}" type="presParOf" srcId="{B4555F0F-9E88-4FDA-ABDD-791D8B25AF0B}" destId="{E20E19AB-1EAA-436E-9287-9A7E1F9A0533}" srcOrd="2" destOrd="0" presId="urn:microsoft.com/office/officeart/2018/2/layout/IconLabelList"/>
    <dgm:cxn modelId="{AC774FF5-ADC5-4531-BB3F-CBDFBAB4C7BF}" type="presParOf" srcId="{E20E19AB-1EAA-436E-9287-9A7E1F9A0533}" destId="{A3AD3F29-D87D-4A28-A232-64BA1B83FB80}" srcOrd="0" destOrd="0" presId="urn:microsoft.com/office/officeart/2018/2/layout/IconLabelList"/>
    <dgm:cxn modelId="{A6862819-ABC2-44C6-BFD9-16483A800025}" type="presParOf" srcId="{E20E19AB-1EAA-436E-9287-9A7E1F9A0533}" destId="{02B7810D-FEE8-42F8-8D66-844F0997AD44}" srcOrd="1" destOrd="0" presId="urn:microsoft.com/office/officeart/2018/2/layout/IconLabelList"/>
    <dgm:cxn modelId="{778CB090-0D2C-4C6C-BA48-4714783457AA}" type="presParOf" srcId="{E20E19AB-1EAA-436E-9287-9A7E1F9A0533}" destId="{AE877FF2-53F8-49DF-BD00-417FA411ED5C}" srcOrd="2" destOrd="0" presId="urn:microsoft.com/office/officeart/2018/2/layout/IconLabelList"/>
    <dgm:cxn modelId="{278583BB-1D78-4715-81FB-316D2619902C}" type="presParOf" srcId="{B4555F0F-9E88-4FDA-ABDD-791D8B25AF0B}" destId="{BC0AF9B0-AE24-4BB9-BD35-AA84B15A1957}" srcOrd="3" destOrd="0" presId="urn:microsoft.com/office/officeart/2018/2/layout/IconLabelList"/>
    <dgm:cxn modelId="{116F7A54-2773-46DE-8A66-467D4A2031E5}" type="presParOf" srcId="{B4555F0F-9E88-4FDA-ABDD-791D8B25AF0B}" destId="{FC4798EE-05E3-4998-9E63-FEECA0A01D03}" srcOrd="4" destOrd="0" presId="urn:microsoft.com/office/officeart/2018/2/layout/IconLabelList"/>
    <dgm:cxn modelId="{867370DF-D8BD-41E9-B4EA-4B5400045701}" type="presParOf" srcId="{FC4798EE-05E3-4998-9E63-FEECA0A01D03}" destId="{3872ED78-8D63-41C9-B848-04004D3A859F}" srcOrd="0" destOrd="0" presId="urn:microsoft.com/office/officeart/2018/2/layout/IconLabelList"/>
    <dgm:cxn modelId="{5A775DEA-948C-45C1-815F-364FEF7CD0BE}" type="presParOf" srcId="{FC4798EE-05E3-4998-9E63-FEECA0A01D03}" destId="{435F84A9-9ED0-4F2D-AF47-31534A800A9B}" srcOrd="1" destOrd="0" presId="urn:microsoft.com/office/officeart/2018/2/layout/IconLabelList"/>
    <dgm:cxn modelId="{F3E6FC11-DD92-4D33-8F4E-C5C1411D46CB}" type="presParOf" srcId="{FC4798EE-05E3-4998-9E63-FEECA0A01D03}" destId="{5B836F5D-8E5E-4EB5-8EFC-2D11B3F296A9}" srcOrd="2" destOrd="0" presId="urn:microsoft.com/office/officeart/2018/2/layout/IconLabelList"/>
    <dgm:cxn modelId="{52C774B9-6F7D-492E-BFC7-1D02FEA60BFD}" type="presParOf" srcId="{B4555F0F-9E88-4FDA-ABDD-791D8B25AF0B}" destId="{AD88E73C-7E99-4D47-A4F0-2B638CA74C52}" srcOrd="5" destOrd="0" presId="urn:microsoft.com/office/officeart/2018/2/layout/IconLabelList"/>
    <dgm:cxn modelId="{907E40C1-84DA-411E-A443-49C78CB369D2}" type="presParOf" srcId="{B4555F0F-9E88-4FDA-ABDD-791D8B25AF0B}" destId="{03B86D88-1885-4E46-891E-04C233E8266E}" srcOrd="6" destOrd="0" presId="urn:microsoft.com/office/officeart/2018/2/layout/IconLabelList"/>
    <dgm:cxn modelId="{8DDF2F56-B923-48D0-9B9C-860BACF10AB6}" type="presParOf" srcId="{03B86D88-1885-4E46-891E-04C233E8266E}" destId="{7242F09E-7EE6-402E-AB3C-4C6B3919F2C6}" srcOrd="0" destOrd="0" presId="urn:microsoft.com/office/officeart/2018/2/layout/IconLabelList"/>
    <dgm:cxn modelId="{EC875FC9-D076-4ACF-BDAF-A51C2E2F71D5}" type="presParOf" srcId="{03B86D88-1885-4E46-891E-04C233E8266E}" destId="{5B38CBAB-5DE6-4D6E-AE1B-A345B8A79060}" srcOrd="1" destOrd="0" presId="urn:microsoft.com/office/officeart/2018/2/layout/IconLabelList"/>
    <dgm:cxn modelId="{6B8FAAAC-6E2B-4025-8568-4BD502CAE946}" type="presParOf" srcId="{03B86D88-1885-4E46-891E-04C233E8266E}" destId="{DBC9F234-89DD-407C-A619-729C3FBFBD39}" srcOrd="2" destOrd="0" presId="urn:microsoft.com/office/officeart/2018/2/layout/IconLabelList"/>
    <dgm:cxn modelId="{36CA6AD1-77F7-4E0C-9BB1-C9B8ABAFD392}" type="presParOf" srcId="{B4555F0F-9E88-4FDA-ABDD-791D8B25AF0B}" destId="{501F0572-041D-4F15-90C0-7F2A6D720D8B}" srcOrd="7" destOrd="0" presId="urn:microsoft.com/office/officeart/2018/2/layout/IconLabelList"/>
    <dgm:cxn modelId="{B830D3ED-9F3D-4D60-B4A6-CB4A1524664E}" type="presParOf" srcId="{B4555F0F-9E88-4FDA-ABDD-791D8B25AF0B}" destId="{2C4E1FE0-D561-43E3-B387-3F340B66AD65}" srcOrd="8" destOrd="0" presId="urn:microsoft.com/office/officeart/2018/2/layout/IconLabelList"/>
    <dgm:cxn modelId="{4AF9D00B-6E4C-4AFC-BB8B-230FDDAE04DE}" type="presParOf" srcId="{2C4E1FE0-D561-43E3-B387-3F340B66AD65}" destId="{D3B223D7-7A1C-4EFD-9257-B8F4E3B921F9}" srcOrd="0" destOrd="0" presId="urn:microsoft.com/office/officeart/2018/2/layout/IconLabelList"/>
    <dgm:cxn modelId="{99BBA3F5-9D4E-4B33-824A-AE8E1B1A3BE1}" type="presParOf" srcId="{2C4E1FE0-D561-43E3-B387-3F340B66AD65}" destId="{DB716E42-ADC1-4883-88F8-153F787988EA}" srcOrd="1" destOrd="0" presId="urn:microsoft.com/office/officeart/2018/2/layout/IconLabelList"/>
    <dgm:cxn modelId="{9EDB60FE-37FD-431A-861A-A3D62091BFA2}" type="presParOf" srcId="{2C4E1FE0-D561-43E3-B387-3F340B66AD65}" destId="{EB15DAAD-DB33-44AD-B369-649A0E7AC3BC}" srcOrd="2" destOrd="0" presId="urn:microsoft.com/office/officeart/2018/2/layout/IconLabelList"/>
    <dgm:cxn modelId="{044E0DEF-70B5-4ED2-B6BB-D6C53BD48A32}" type="presParOf" srcId="{B4555F0F-9E88-4FDA-ABDD-791D8B25AF0B}" destId="{9C63DC1B-9C37-47C9-A55B-1B96AFAC4BC7}" srcOrd="9" destOrd="0" presId="urn:microsoft.com/office/officeart/2018/2/layout/IconLabelList"/>
    <dgm:cxn modelId="{65143D46-8FDE-4BC9-BED4-A842B56276CB}" type="presParOf" srcId="{B4555F0F-9E88-4FDA-ABDD-791D8B25AF0B}" destId="{166C7E16-C6D1-4F82-AED2-40E6CF1F2BEC}" srcOrd="10" destOrd="0" presId="urn:microsoft.com/office/officeart/2018/2/layout/IconLabelList"/>
    <dgm:cxn modelId="{C6289CF3-6BE6-4175-9689-9506B3A5B608}" type="presParOf" srcId="{166C7E16-C6D1-4F82-AED2-40E6CF1F2BEC}" destId="{7784D7E0-BDEB-4898-BB0B-325C40034AF4}" srcOrd="0" destOrd="0" presId="urn:microsoft.com/office/officeart/2018/2/layout/IconLabelList"/>
    <dgm:cxn modelId="{A2D23A1D-5679-4DE1-865F-1A889F5FDD75}" type="presParOf" srcId="{166C7E16-C6D1-4F82-AED2-40E6CF1F2BEC}" destId="{0D949BE1-5445-41D8-90F0-344E1CA51F92}" srcOrd="1" destOrd="0" presId="urn:microsoft.com/office/officeart/2018/2/layout/IconLabelList"/>
    <dgm:cxn modelId="{2555A3DA-2024-4B2C-A5B3-8CFAC50F4A2C}" type="presParOf" srcId="{166C7E16-C6D1-4F82-AED2-40E6CF1F2BEC}" destId="{F146743F-D0ED-48D6-BA99-7E431A374F3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5EC7F-F7D8-41A5-82AD-E39C5CB845A8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FC0CE-BA40-4012-835A-AF7DC574944B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1CA19-7D79-4FAE-867C-636B31CB2FB2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Problem: Pneumonia detection from X-rays requires medical review which takes time, based on my experience</a:t>
          </a:r>
        </a:p>
      </dsp:txBody>
      <dsp:txXfrm>
        <a:off x="1074268" y="4366"/>
        <a:ext cx="3609680" cy="930102"/>
      </dsp:txXfrm>
    </dsp:sp>
    <dsp:sp modelId="{ECFB9CA0-54D5-4B60-BDD8-A1C5CA754B02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D60A8-20FD-426C-BA9F-23799907BE47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A59AD-F4F4-4585-8AC6-DB86C47CC9D3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 can support faster screening, save time and resources</a:t>
          </a:r>
        </a:p>
      </dsp:txBody>
      <dsp:txXfrm>
        <a:off x="1074268" y="1166994"/>
        <a:ext cx="3609680" cy="930102"/>
      </dsp:txXfrm>
    </dsp:sp>
    <dsp:sp modelId="{ADF81C2E-8585-4791-AE21-629248C09FAD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07E7A2-94BF-400A-BAE1-7E38AECD149C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007E4-3C1F-4A5D-9AD8-A1BDEA0E746B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Project Goal: Use CNN to classify X-ray images</a:t>
          </a:r>
        </a:p>
      </dsp:txBody>
      <dsp:txXfrm>
        <a:off x="1074268" y="2329622"/>
        <a:ext cx="3609680" cy="930102"/>
      </dsp:txXfrm>
    </dsp:sp>
    <dsp:sp modelId="{407046A4-B23E-4DA1-8FE4-5254F8DA629F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AE777-AABB-4256-99BE-B40AEC0EB708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D4CFA-B579-4798-ADCC-E7401CA37932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Output: NORMAL or PNEUMONIA</a:t>
          </a:r>
        </a:p>
      </dsp:txBody>
      <dsp:txXfrm>
        <a:off x="1074268" y="3492250"/>
        <a:ext cx="3609680" cy="930102"/>
      </dsp:txXfrm>
    </dsp:sp>
    <dsp:sp modelId="{7CF99100-EDF0-44FB-97A5-7AB1A06E6D7A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40AF7-0EBA-4F83-8321-14D02698C13E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E57A0-583D-4119-A632-B5C5F378F399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Result: 78.82% accuracy</a:t>
          </a:r>
        </a:p>
      </dsp:txBody>
      <dsp:txXfrm>
        <a:off x="1074268" y="4654878"/>
        <a:ext cx="3609680" cy="930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7B62D-6EC3-4F6B-A4DF-BE317E225931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ECE7F-77FC-4262-B141-E2637BF0CCDD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Problem:</a:t>
          </a:r>
        </a:p>
      </dsp:txBody>
      <dsp:txXfrm>
        <a:off x="729373" y="1314747"/>
        <a:ext cx="1488867" cy="595546"/>
      </dsp:txXfrm>
    </dsp:sp>
    <dsp:sp modelId="{A3AD3F29-D87D-4A28-A232-64BA1B83FB80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77FF2-53F8-49DF-BD00-417FA411ED5C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Manual X-ray review take time, even days to receive results</a:t>
          </a:r>
        </a:p>
      </dsp:txBody>
      <dsp:txXfrm>
        <a:off x="2478792" y="1314747"/>
        <a:ext cx="1488867" cy="595546"/>
      </dsp:txXfrm>
    </dsp:sp>
    <dsp:sp modelId="{3872ED78-8D63-41C9-B848-04004D3A859F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36F5D-8E5E-4EB5-8EFC-2D11B3F296A9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Goal:</a:t>
          </a:r>
        </a:p>
      </dsp:txBody>
      <dsp:txXfrm>
        <a:off x="4228211" y="1314747"/>
        <a:ext cx="1488867" cy="595546"/>
      </dsp:txXfrm>
    </dsp:sp>
    <dsp:sp modelId="{7242F09E-7EE6-402E-AB3C-4C6B3919F2C6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9F234-89DD-407C-A619-729C3FBFBD39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Build an AI image classifier using deep learning</a:t>
          </a:r>
        </a:p>
      </dsp:txBody>
      <dsp:txXfrm>
        <a:off x="5977630" y="1314747"/>
        <a:ext cx="1488867" cy="595546"/>
      </dsp:txXfrm>
    </dsp:sp>
    <dsp:sp modelId="{D3B223D7-7A1C-4EFD-9257-B8F4E3B921F9}">
      <dsp:nvSpPr>
        <dsp:cNvPr id="0" name=""/>
        <dsp:cNvSpPr/>
      </dsp:nvSpPr>
      <dsp:spPr>
        <a:xfrm>
          <a:off x="2888230" y="2282510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5DAAD-DB33-44AD-B369-649A0E7AC3BC}">
      <dsp:nvSpPr>
        <dsp:cNvPr id="0" name=""/>
        <dsp:cNvSpPr/>
      </dsp:nvSpPr>
      <dsp:spPr>
        <a:xfrm>
          <a:off x="2478792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Flow:</a:t>
          </a:r>
        </a:p>
      </dsp:txBody>
      <dsp:txXfrm>
        <a:off x="2478792" y="3204069"/>
        <a:ext cx="1488867" cy="595546"/>
      </dsp:txXfrm>
    </dsp:sp>
    <dsp:sp modelId="{7784D7E0-BDEB-4898-BB0B-325C40034AF4}">
      <dsp:nvSpPr>
        <dsp:cNvPr id="0" name=""/>
        <dsp:cNvSpPr/>
      </dsp:nvSpPr>
      <dsp:spPr>
        <a:xfrm>
          <a:off x="4637649" y="2282510"/>
          <a:ext cx="669990" cy="669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6743F-D0ED-48D6-BA99-7E431A374F3A}">
      <dsp:nvSpPr>
        <dsp:cNvPr id="0" name=""/>
        <dsp:cNvSpPr/>
      </dsp:nvSpPr>
      <dsp:spPr>
        <a:xfrm>
          <a:off x="422821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Chest X-Ray → CNN → Diagnosis Prediction</a:t>
          </a:r>
        </a:p>
      </dsp:txBody>
      <dsp:txXfrm>
        <a:off x="4228211" y="3204069"/>
        <a:ext cx="1488867" cy="595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orch.org/vision/stable/index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defRPr sz="3000"/>
            </a:pPr>
            <a:r>
              <a:rPr lang="en-US"/>
              <a:t>Pneumonia Detection Using CNN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C09848C-F57C-22A5-58F6-3FDA7D886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38736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000"/>
            </a:pPr>
            <a:r>
              <a:rPr lang="en-US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67EA7F-A07F-8E4E-8BAD-E940C3DCC5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46286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defRPr sz="3000"/>
            </a:pPr>
            <a:r>
              <a:rPr lang="en-US" sz="350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/>
            </a:pPr>
            <a:r>
              <a:rPr lang="en-US" sz="1700" dirty="0"/>
              <a:t>Chest X-Ray Images (Pneumonia)</a:t>
            </a:r>
          </a:p>
          <a:p>
            <a:pPr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Dataset Type:</a:t>
            </a:r>
          </a:p>
          <a:p>
            <a:pPr>
              <a:defRPr sz="1800"/>
            </a:pPr>
            <a:r>
              <a:rPr lang="en-US" sz="1700" dirty="0"/>
              <a:t>Image dataset from Kaggle</a:t>
            </a:r>
          </a:p>
          <a:p>
            <a:pPr>
              <a:defRPr sz="1800"/>
            </a:pPr>
            <a:r>
              <a:rPr lang="en-US" sz="1700" dirty="0"/>
              <a:t>Supervised learning</a:t>
            </a:r>
          </a:p>
          <a:p>
            <a:pPr>
              <a:defRPr sz="1800"/>
            </a:pPr>
            <a:r>
              <a:rPr lang="en-US" sz="1700" dirty="0"/>
              <a:t>Binary classification</a:t>
            </a:r>
          </a:p>
          <a:p>
            <a:pPr marL="0" indent="0">
              <a:buNone/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Classes:</a:t>
            </a:r>
          </a:p>
          <a:p>
            <a:pPr>
              <a:defRPr sz="1800"/>
            </a:pPr>
            <a:r>
              <a:rPr lang="en-US" sz="1700" dirty="0"/>
              <a:t>NORMAL</a:t>
            </a:r>
          </a:p>
          <a:p>
            <a:pPr>
              <a:defRPr sz="1800"/>
            </a:pPr>
            <a:r>
              <a:rPr lang="en-US" sz="1700" dirty="0"/>
              <a:t>PNEUMONIA</a:t>
            </a:r>
          </a:p>
        </p:txBody>
      </p:sp>
      <p:pic>
        <p:nvPicPr>
          <p:cNvPr id="13" name="Picture 12" descr="The radiologic figure of a skeleton">
            <a:extLst>
              <a:ext uri="{FF2B5EF4-FFF2-40B4-BE49-F238E27FC236}">
                <a16:creationId xmlns:a16="http://schemas.microsoft.com/office/drawing/2014/main" id="{F3DE8918-2452-8672-0011-FB0701B83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4" r="-1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000"/>
            </a:pPr>
            <a:r>
              <a:rPr lang="en-US" sz="3500">
                <a:solidFill>
                  <a:srgbClr val="FFFFFF"/>
                </a:solidFill>
              </a:rPr>
              <a:t>Literature Review -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r>
              <a:rPr lang="en-US" sz="1800" b="1" dirty="0"/>
              <a:t>CNN</a:t>
            </a:r>
          </a:p>
          <a:p>
            <a:r>
              <a:rPr lang="en-US" sz="1800" dirty="0"/>
              <a:t>CNNs: good performance in image classification tasks. </a:t>
            </a:r>
          </a:p>
          <a:p>
            <a:r>
              <a:rPr lang="en-US" sz="1800" dirty="0"/>
              <a:t>LeCun et al. (1998) </a:t>
            </a:r>
            <a:r>
              <a:rPr lang="en-US" sz="1800" i="1" dirty="0"/>
              <a:t>Gradient-Based Learning Applied to Document Recognition</a:t>
            </a:r>
            <a:endParaRPr lang="en-US" sz="1800" dirty="0"/>
          </a:p>
          <a:p>
            <a:pPr marL="0" indent="0">
              <a:buNone/>
            </a:pPr>
            <a:r>
              <a:rPr lang="en-US" sz="1700" b="1" dirty="0"/>
              <a:t>Medical Image Diagnosis</a:t>
            </a:r>
          </a:p>
          <a:p>
            <a:r>
              <a:rPr lang="en-US" sz="1700" dirty="0"/>
              <a:t>CNN: help identify pneumonia patterns from X-ray images. </a:t>
            </a:r>
          </a:p>
          <a:p>
            <a:r>
              <a:rPr lang="en-US" sz="1700" dirty="0" err="1"/>
              <a:t>Kermany</a:t>
            </a:r>
            <a:r>
              <a:rPr lang="en-US" sz="1700" dirty="0"/>
              <a:t> et al. (2018) </a:t>
            </a:r>
            <a:r>
              <a:rPr lang="en-US" sz="1700" i="1" dirty="0"/>
              <a:t>Identifying Medical Diagnoses and Treatable Diseases by Image-Based Deep Learning</a:t>
            </a:r>
            <a:endParaRPr lang="en-US" sz="1700" dirty="0"/>
          </a:p>
          <a:p>
            <a:pPr marL="0" indent="0">
              <a:buNone/>
              <a:defRPr sz="1800"/>
            </a:pP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000"/>
            </a:pPr>
            <a:r>
              <a:rPr lang="en-US" sz="3500">
                <a:solidFill>
                  <a:srgbClr val="FFFFFF"/>
                </a:solidFill>
              </a:rPr>
              <a:t>Approach Used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B3CA0-4ACC-9C32-AAE3-F3D40C930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Input chest X-ray image: https://</a:t>
            </a:r>
            <a:r>
              <a:rPr lang="en-US" sz="1800" dirty="0" err="1"/>
              <a:t>www.kaggle.com</a:t>
            </a:r>
            <a:r>
              <a:rPr lang="en-US" sz="1800" dirty="0"/>
              <a:t>/datasets/</a:t>
            </a:r>
            <a:r>
              <a:rPr lang="en-US" sz="1800" dirty="0" err="1"/>
              <a:t>paultimothymooney</a:t>
            </a:r>
            <a:r>
              <a:rPr lang="en-US" sz="1800" dirty="0"/>
              <a:t>/chest-</a:t>
            </a:r>
            <a:r>
              <a:rPr lang="en-US" sz="1800" dirty="0" err="1"/>
              <a:t>xray</a:t>
            </a:r>
            <a:r>
              <a:rPr lang="en-US" sz="1800" dirty="0"/>
              <a:t>-pneumonia</a:t>
            </a:r>
          </a:p>
          <a:p>
            <a:r>
              <a:rPr lang="en-US" sz="1800" dirty="0"/>
              <a:t>Resize image (64 × 64)</a:t>
            </a:r>
          </a:p>
          <a:p>
            <a:r>
              <a:rPr lang="en-US" sz="1800" dirty="0"/>
              <a:t>Apply CNN convolution layer </a:t>
            </a:r>
          </a:p>
          <a:p>
            <a:r>
              <a:rPr lang="en-US" sz="1800" dirty="0"/>
              <a:t>Use </a:t>
            </a:r>
            <a:r>
              <a:rPr lang="en-US" sz="1800" dirty="0" err="1"/>
              <a:t>ReLU</a:t>
            </a:r>
            <a:r>
              <a:rPr lang="en-US" sz="1800" dirty="0"/>
              <a:t> activation </a:t>
            </a:r>
          </a:p>
          <a:p>
            <a:r>
              <a:rPr lang="en-US" sz="1800" dirty="0"/>
              <a:t>Apply max pooling </a:t>
            </a:r>
          </a:p>
          <a:p>
            <a:r>
              <a:rPr lang="en-US" sz="1800" dirty="0"/>
              <a:t>Flatten extracted features </a:t>
            </a:r>
          </a:p>
          <a:p>
            <a:r>
              <a:rPr lang="en-US" sz="1800" dirty="0"/>
              <a:t>Classify image as Normal or Pneumonia </a:t>
            </a:r>
          </a:p>
          <a:p>
            <a:r>
              <a:rPr lang="en-US" sz="1800" dirty="0"/>
              <a:t>Tools: </a:t>
            </a:r>
          </a:p>
          <a:p>
            <a:pPr lvl="1"/>
            <a:r>
              <a:rPr lang="en-US" sz="1800" dirty="0"/>
              <a:t>Python: https://</a:t>
            </a:r>
            <a:r>
              <a:rPr lang="en-US" sz="1800" dirty="0" err="1"/>
              <a:t>www.python.org</a:t>
            </a:r>
            <a:r>
              <a:rPr lang="en-US" sz="1800" dirty="0"/>
              <a:t>/</a:t>
            </a:r>
          </a:p>
          <a:p>
            <a:pPr lvl="1"/>
            <a:r>
              <a:rPr lang="en-US" sz="1800" dirty="0" err="1"/>
              <a:t>PyTorch</a:t>
            </a:r>
            <a:r>
              <a:rPr lang="en-US" sz="1800" dirty="0"/>
              <a:t>: https://</a:t>
            </a:r>
            <a:r>
              <a:rPr lang="en-US" sz="1800" dirty="0" err="1"/>
              <a:t>pytorch.org</a:t>
            </a:r>
            <a:r>
              <a:rPr lang="en-US" sz="1800" dirty="0"/>
              <a:t>/</a:t>
            </a:r>
          </a:p>
          <a:p>
            <a:pPr lvl="1"/>
            <a:r>
              <a:rPr lang="en-US" sz="1800" dirty="0" err="1"/>
              <a:t>TorchVision</a:t>
            </a:r>
            <a:r>
              <a:rPr lang="en-US" sz="1800" dirty="0"/>
              <a:t>: </a:t>
            </a:r>
            <a:r>
              <a:rPr lang="en-US" sz="1800" dirty="0">
                <a:hlinkClick r:id="rId2"/>
              </a:rPr>
              <a:t>https://docs.pytorch.org/vision/stable/index.html</a:t>
            </a:r>
            <a:endParaRPr lang="en-US" sz="1800" dirty="0"/>
          </a:p>
          <a:p>
            <a:pPr lvl="1"/>
            <a:r>
              <a:rPr lang="en-US" sz="1800" dirty="0"/>
              <a:t>Matplotlib: https://</a:t>
            </a:r>
            <a:r>
              <a:rPr lang="en-US" sz="1800" dirty="0" err="1"/>
              <a:t>matplotlib.org</a:t>
            </a:r>
            <a:r>
              <a:rPr lang="en-US" sz="1800" dirty="0"/>
              <a:t>/</a:t>
            </a:r>
          </a:p>
          <a:p>
            <a:r>
              <a:rPr lang="en-US" sz="1800" dirty="0"/>
              <a:t>Training: Cross Entropy Loss/ Adam Optimizer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321" y="49205"/>
            <a:ext cx="5605629" cy="994172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850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1800"/>
            </a:pPr>
            <a:endParaRPr lang="en-US" sz="1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9EE686CB-DC19-0DFE-596D-36FB5F899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BC3663-980C-673E-08E3-79E1AFE34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37" y="1149660"/>
            <a:ext cx="5605629" cy="5371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BCBF4-39A9-7DED-1BB2-6E8AE1AA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65461-1818-D9AF-89D4-16307CB7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85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11426C-EC7E-2543-0F11-9E5186AAA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251" y="1681652"/>
            <a:ext cx="4162387" cy="49460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533F47-6AB2-F40E-2450-CCF030E69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C47FAE-1ABB-2729-4CCC-9FEB2F324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E87E880A-B180-F87B-C261-11737D839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00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850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100" dirty="0"/>
              <a:t>Load dataset</a:t>
            </a:r>
          </a:p>
          <a:p>
            <a:pPr>
              <a:defRPr sz="1800"/>
            </a:pPr>
            <a:r>
              <a:rPr lang="en-US" sz="2100" dirty="0"/>
              <a:t>Train CNN model</a:t>
            </a:r>
          </a:p>
          <a:p>
            <a:pPr>
              <a:defRPr sz="1800"/>
            </a:pPr>
            <a:r>
              <a:rPr lang="en-US" sz="2100" dirty="0"/>
              <a:t>Show training result</a:t>
            </a:r>
          </a:p>
          <a:p>
            <a:pPr>
              <a:defRPr sz="1800"/>
            </a:pPr>
            <a:r>
              <a:rPr lang="en-US" sz="2100" dirty="0"/>
              <a:t>Test X-ray image</a:t>
            </a:r>
          </a:p>
          <a:p>
            <a:pPr>
              <a:defRPr sz="1800"/>
            </a:pPr>
            <a:r>
              <a:rPr lang="en-US" sz="2100" dirty="0"/>
              <a:t>Display prediction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E0C51F36-5B51-466E-0F1C-397403713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500">
                <a:solidFill>
                  <a:srgbClr val="FFFFFF"/>
                </a:solidFill>
              </a:rPr>
              <a:t>Links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/>
            </a:pPr>
            <a:r>
              <a:rPr lang="en-US" sz="1700" dirty="0"/>
              <a:t>GitHub:</a:t>
            </a:r>
          </a:p>
          <a:p>
            <a:pPr>
              <a:defRPr sz="1800"/>
            </a:pPr>
            <a:r>
              <a:rPr lang="en-US" sz="1700" dirty="0"/>
              <a:t>https://</a:t>
            </a:r>
            <a:r>
              <a:rPr lang="en-US" sz="1700" dirty="0" err="1"/>
              <a:t>github.com</a:t>
            </a:r>
            <a:r>
              <a:rPr lang="en-US" sz="1700" dirty="0"/>
              <a:t>/thucanh305/</a:t>
            </a:r>
            <a:r>
              <a:rPr lang="en-US" sz="1700" dirty="0" err="1"/>
              <a:t>mrp_final</a:t>
            </a:r>
            <a:endParaRPr lang="en-US" sz="1700" dirty="0"/>
          </a:p>
          <a:p>
            <a:pPr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YouTube Demo:</a:t>
            </a:r>
          </a:p>
          <a:p>
            <a:pPr>
              <a:defRPr sz="1800"/>
            </a:pPr>
            <a:r>
              <a:rPr lang="en-US" sz="1700" dirty="0"/>
              <a:t>https://</a:t>
            </a:r>
            <a:r>
              <a:rPr lang="en-US" sz="1700" dirty="0" err="1"/>
              <a:t>youtu.be</a:t>
            </a:r>
            <a:r>
              <a:rPr lang="en-US" sz="1700" dirty="0"/>
              <a:t>/</a:t>
            </a:r>
            <a:r>
              <a:rPr lang="en-US" sz="1700" dirty="0" err="1"/>
              <a:t>hoMQMG_n_yI</a:t>
            </a:r>
            <a:endParaRPr lang="en-US" sz="1700" dirty="0"/>
          </a:p>
          <a:p>
            <a:pPr marL="0" indent="0">
              <a:buNone/>
              <a:defRPr sz="1800"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308</Words>
  <Application>Microsoft Macintosh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Pneumonia Detection Using CNN</vt:lpstr>
      <vt:lpstr>Project Overview</vt:lpstr>
      <vt:lpstr>Dataset</vt:lpstr>
      <vt:lpstr>Literature Review - CNN</vt:lpstr>
      <vt:lpstr>Approach Used</vt:lpstr>
      <vt:lpstr>Results</vt:lpstr>
      <vt:lpstr>Results</vt:lpstr>
      <vt:lpstr>Demo</vt:lpstr>
      <vt:lpstr>Links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Thuc Anh Ho</cp:lastModifiedBy>
  <cp:revision>4</cp:revision>
  <dcterms:created xsi:type="dcterms:W3CDTF">2013-01-27T09:14:16Z</dcterms:created>
  <dcterms:modified xsi:type="dcterms:W3CDTF">2026-06-11T07:44:54Z</dcterms:modified>
  <cp:category/>
</cp:coreProperties>
</file>